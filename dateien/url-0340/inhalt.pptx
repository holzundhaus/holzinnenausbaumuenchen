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innenausbaumuenchen/-/blob/1cb04c2d47cb8d7f009255a1b204d02ed48de56a/_posts/2026-10-12-sockelleisten-bodenanschluss-holzwand-innenausbau.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https://gitlab.com/info4678/holzinnenausbaumuenchen/-/blob/1cb04c2d47cb8d7f009255a1b204d02ed48de56a/_posts/2026-10-12-sockelleisten-bodenanschluss-holzwand-innenausbau.md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